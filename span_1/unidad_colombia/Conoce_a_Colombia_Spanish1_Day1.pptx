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5486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Conoce a Colombia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1 — Unidad Colombia — Day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por estaciones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solidFill>
            <a:srgbClr val="002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33375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______________    Clase / Período: ______________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55464"/>
            <a:ext cx="9144000" cy="5486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910328"/>
            <a:ext cx="9144000" cy="54864"/>
          </a:xfrm>
          <a:prstGeom prst="rect">
            <a:avLst/>
          </a:prstGeom>
          <a:solidFill>
            <a:srgbClr val="0038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A8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KWL — Solo K y W  (L en la última diapositiva)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video: completa K y W. Completa L al final de la clase. / Before the video: fill in K and 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8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8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— Lo que ya sé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already know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 / cultura / comida (breve):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3464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3756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4048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8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8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— Lo que quiero saber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to know — 3 preguntas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33172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83464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33756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84048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E11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Video (~15 min) — Introducción a Colombia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E11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1430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Enlace: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ves: </a:t>
            </a:r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con atención. Notas en español o inglés. / Listen carefully.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notas / My notes: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7033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40233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43434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Comprensión — Preguntas 1–3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960120"/>
            <a:ext cx="54864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96012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frases completas. / Complete sentences. See class transcript.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 the beginning, the narrator describes Colombia's geography and heritage. Name three different kinds of places or natural features mentioned.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3317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video says that years ago Colombia was not on the tourist map. Why? What does the narrator say the government has done since then?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2461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4747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Villa de Leyva: What does the video say about the town's main square (Plaza Mayor)? Name one festival or celebration mentioned.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3891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6177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Comprensión — Preguntas 4–5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1247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Peñón de Guatapé: How many steps do you climb to reach the top? What can you see from up there?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16916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9659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2402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9077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Choose one place: the Zona cafetera (coffee region) or the Salt Cathedral in Zipaquirá. Write two facts the video gives about that place.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4747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37490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40233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Mapa de Colombia — Etiquetar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960120"/>
            <a:ext cx="54864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96012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un mapa impreso aparte. Escribe el número en el mapa, luego completa la tabla. / You need a separate printed map.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88720"/>
                <a:gridCol w="1645920"/>
                <a:gridCol w="365760"/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es? (ciudad / agua / región)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Bogotá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océano Pacífico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Medellín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río Amazonas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Cartagena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Andes (cordillera)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Cali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Amazonía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Villa de Leyva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Zona cafetera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mar Caribe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Mi mapa de Colombia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960120"/>
            <a:ext cx="73152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9601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 mapa de Colombia abajo. Etiqueta 5 lugares: pueden ser océanos, montañas, ciudades, o regiones.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11887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map of Colombia below. Label 5 places: these can be oceans, mountains, cities, or regions.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1645920"/>
            <a:ext cx="5120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164592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 tu mapa aquí / Insert your map here]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35040" y="164592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1645920"/>
            <a:ext cx="265176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5 etiquetas / My 5 labels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72200" y="21488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Mapa — Preguntas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33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ciudad está más cerca de la costa del Caribe? / Which city is closest to the Caribbean coast?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5087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8105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Nombra una región donde se cultiva café. ¿Dónde está en el mapa? / Name one region for coffee. Where is it?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22860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25877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¿Qué cuerpo de agua limita Colombia al oeste? / Which body of water borders Colombia to the west?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0632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364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¿Bogotá está más cerca de la costa o del centro del país? / Is Bogotá closer to the coast or to the center?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8404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4142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Elige un lugar del mapa que quieras visitar. Escribe una oración sobre por qué. / Pick a place. Write why.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46177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Elige una estación / Pick ONE Station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51560"/>
            <a:ext cx="73152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51560"/>
            <a:ext cx="7818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rotación entre mesas: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sola opción (A–F). Ve a esa estación. Completa solo ese entregable.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station rotation — pick ONE option. Go to that station. Complete only that deliverable.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2606040" cy="320040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Regiones naturales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3 regiones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228600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2286000"/>
            <a:ext cx="260604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7" name="Text 14"/>
          <p:cNvSpPr/>
          <p:nvPr/>
        </p:nvSpPr>
        <p:spPr>
          <a:xfrm>
            <a:off x="338328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Ciudades principales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8328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ciudades + monumento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228600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2286000"/>
            <a:ext cx="2606040" cy="32004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Café y eje cafetero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datos + dibujo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52044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520440"/>
            <a:ext cx="2606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Biodiversidad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animales, 2 plantas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91840" y="352044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91840" y="3520440"/>
            <a:ext cx="2606040" cy="3200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26"/>
          <p:cNvSpPr/>
          <p:nvPr/>
        </p:nvSpPr>
        <p:spPr>
          <a:xfrm>
            <a:off x="3383280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Música y cultura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8328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+ 2 palabras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352044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26480" y="3520440"/>
            <a:ext cx="2606040" cy="3200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3" name="Text 30"/>
          <p:cNvSpPr/>
          <p:nvPr/>
        </p:nvSpPr>
        <p:spPr>
          <a:xfrm>
            <a:off x="6217920" y="3520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Vida en la escuela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1792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vs. mi escuela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8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 — Regiones naturales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 3 regiones diferentes de Colombia. Para cada una, describe qué hay allí y por qué te interesa.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325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3 different regions. Describe what's there and why it interests you.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hay? (1 frase)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there?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¿Te interesa? ¿Por qué?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interest you? Why?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ej. Caribe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Hay playas bonitas y ciudades históricas.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Sí, porque me gustan las playas.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8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de una región de Colombia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 image of a Colombian region + source credit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 / Image credit: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 — Ciudades principales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2 ciudades. Para cada una: nombre + un monumento o actividad + ¿quieres ir? (sí/no) + razón.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325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2 cities. For each: name + landmark/activity + would you visit? + reason.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82880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1: _______________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Monumento / Actividad: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¿Quieres ir?  Sí  /  No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/ Why?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82880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82880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2: _______________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46320" y="23317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Monumento / Actividad: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¿Quieres ir?  Sí  /  No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/ Why?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imágenes de tus ciudades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images of your chosen cities + source credit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 / Image credit: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4C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C — Café y eje cafetero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5E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3 datos sobre el café colombiano. Dibuja un símbolo pequeño y escribe una palabra en español.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325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facts about Colombian coffee. Draw a small symbol and write a Spanish word below 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828800"/>
            <a:ext cx="73152" cy="54864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828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1: _______________________________________________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514600"/>
            <a:ext cx="73152" cy="54864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2: _______________________________________________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200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3: _______________________________________________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35040" y="18288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35040" y="1828800"/>
            <a:ext cx="26517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/ Drawing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(taza, montaña, grano)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Palabra: 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4C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C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de la zona cafetera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coffee region image + source credit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 / Image credit: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D — Biodiversidad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2 animales y 2 plantas de Colombia. Escribe una frase: "Es importante porque..."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325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2 animals and 2 plants. Write one sentence: "It's important because..." (English or Spanish)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Animales / Animals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_______________________________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8288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828800"/>
            <a:ext cx="39319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/ Plants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_______________________________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520440"/>
            <a:ext cx="73152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52044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 importante porque..." / "It's important because...": 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D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imágenes de animales o plantas de Colombia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animal or plant images + source credit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 / Image credit: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E — Música y cultura afro / indígena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5EE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género musical (ej. cumbia, vallenato). Escribe 2 palabras en español y una emoción o pregunta.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325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music genre. Write 2 Spanish words from the poster/song and one emotion or question you have.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828800"/>
            <a:ext cx="73152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82880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musical: ____________________________________________ (ej. cumbia, vallenato, salsa, champeta)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56032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palabras en español: 1. ____________________   2. ____________________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291840"/>
            <a:ext cx="73152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29184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emoción o pregunta / An emotion or question: 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E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o video de la música / cultura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music or culture image + source credit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 / Image credit: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E11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F — Vida en la escuela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 vida escolar: 3 ideas de Colombia y 3 de tu escuela. Escribe 1 similitud y 1 diferencia.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325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school life: 3 ideas from Colombia, 3 from your school. Write 1 similarity and 1 difference.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Colombia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11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mi escuela / At my school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520440"/>
            <a:ext cx="73152" cy="50292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" y="35204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/ Similarity: _________________________________________________________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160520"/>
            <a:ext cx="73152" cy="5029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416052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/ Difference: ________________________________________________________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E11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F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de una escuela colombiana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 image of a Colombian school + source credit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 / Image credit: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L — Lo que aprendí + Boleto de salida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8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— Lo que aprendí / What I learned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map, station choice, and Slides 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574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Boleto de salida — Tres cosas + una pregunta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_____________________________________________________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Conoce a Colombia — Spanish 1 Day 1</dc:title>
  <dc:subject>PptxGenJS Presentation</dc:subject>
  <dc:creator>Señor Metz</dc:creator>
  <cp:lastModifiedBy>Señor Metz</cp:lastModifiedBy>
  <cp:revision>1</cp:revision>
  <dcterms:created xsi:type="dcterms:W3CDTF">2026-03-23T01:01:28Z</dcterms:created>
  <dcterms:modified xsi:type="dcterms:W3CDTF">2026-03-23T01:01:28Z</dcterms:modified>
</cp:coreProperties>
</file>