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8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9144000" cy="5486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Conoce a Colombia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Spanish 2 — Unidad Colombia — Day 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por estaciones — Enfoque: el pretérito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3200400"/>
            <a:ext cx="6400800" cy="1097280"/>
          </a:xfrm>
          <a:prstGeom prst="rect">
            <a:avLst/>
          </a:prstGeom>
          <a:solidFill>
            <a:srgbClr val="002A6B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645920" y="3337560"/>
            <a:ext cx="5852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Nombre: ___________________________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Fecha: ______________    Clase / Período: ______________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4800600"/>
            <a:ext cx="9144000" cy="54864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4855464"/>
            <a:ext cx="9144000" cy="54864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4910328"/>
            <a:ext cx="9144000" cy="54864"/>
          </a:xfrm>
          <a:prstGeom prst="rect">
            <a:avLst/>
          </a:prstGeom>
          <a:solidFill>
            <a:srgbClr val="003893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4A80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 KWL — Solo K y W  (L en la última diapositiva)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del video: completa K y W.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188720"/>
            <a:ext cx="39319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8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8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 — Lo que ya sé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already know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1828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Geografía / cultura / comida (breve):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28600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278892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29184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79476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188720"/>
            <a:ext cx="3931920" cy="35204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8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38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 — Lo que quiero saber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75488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want to know — 3 preguntas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28600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278892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37760" y="329184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37760" y="3794760"/>
            <a:ext cx="35661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E11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 Video (~15 min)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CE1126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Título: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Enlace: 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" y="2377440"/>
            <a:ext cx="8229600" cy="105156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2377440"/>
            <a:ext cx="73152" cy="1051560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12" name="Text 9"/>
          <p:cNvSpPr/>
          <p:nvPr/>
        </p:nvSpPr>
        <p:spPr>
          <a:xfrm>
            <a:off x="685800" y="2423160"/>
            <a:ext cx="7818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Opcional: </a:t>
            </a:r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verbos en pretérito que oyes o lees en subtítulos.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  2. ____________________  3. ____________________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367588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notas: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40690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43434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Comprensión — Preguntas 1–3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960120"/>
            <a:ext cx="54864" cy="320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96012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en frases completas. See transcript.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46304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5087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Name three different kinds of places or natural features mentioned at the start.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20116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40080" y="2267712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265176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0080" y="26974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Why was Colombia not on the tourist map? What has the government done?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40080" y="32004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0080" y="3456432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3840480"/>
            <a:ext cx="822960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40080" y="38862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Villa de Leyva: Plaza Mayor + one festival mentioned.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40080" y="43891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0080" y="4645152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980B9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 Comprensión — Preguntas 4–5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12471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El Peñón de Guatapé: How many steps? What do you see from the top?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16916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0080" y="19659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0080" y="22402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29077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Zona cafetera or Salt Cathedral (Zipaquirá) — two facts.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40080" y="34747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40080" y="37490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40233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Mapa de Colombia — Etiquetar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solidFill>
            <a:srgbClr val="E8F4F8"/>
          </a:solidFill>
          <a:ln/>
        </p:spPr>
      </p:sp>
      <p:sp>
        <p:nvSpPr>
          <p:cNvPr id="9" name="Shape 6"/>
          <p:cNvSpPr/>
          <p:nvPr/>
        </p:nvSpPr>
        <p:spPr>
          <a:xfrm>
            <a:off x="457200" y="960120"/>
            <a:ext cx="54864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960120"/>
            <a:ext cx="7818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un mapa impreso aparte. Escribe el número en el mapa, luego completa la tabla.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188720"/>
                <a:gridCol w="1645920"/>
                <a:gridCol w="365760"/>
                <a:gridCol w="118872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es? (ciudad / agua / región)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Nº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¿Qué es?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276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Bogotá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océano Pacífico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Medellín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río Amazonas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Cartagena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9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Andes (cordillera)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Cali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10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Amazonía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Villa de Leyva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11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Zona cafetera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6B7280"/>
                          </a:solidFill>
                        </a:rPr>
                        <a:t>mar Caribe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Mi mapa de Colombia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960120"/>
            <a:ext cx="73152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960120"/>
            <a:ext cx="7818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 mapa de Colombia abajo. Etiqueta 5 lugares: pueden ser océanos, montañas, ciudades o regiones.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1554480"/>
            <a:ext cx="512064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1A5276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55448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[Inserta tu mapa aquí]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035040" y="1554480"/>
            <a:ext cx="265176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035040" y="1554480"/>
            <a:ext cx="2651760" cy="36576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5" name="Text 12"/>
          <p:cNvSpPr/>
          <p:nvPr/>
        </p:nvSpPr>
        <p:spPr>
          <a:xfrm>
            <a:off x="6126480" y="15544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 5 etiquetas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172200" y="2057400"/>
            <a:ext cx="23774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_______________________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 Mapa — Preguntas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3327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¿Qué ciudad está más cerca de la costa del Caribe?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40080" y="150876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181051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Nombra una región donde se cultiva café. ¿Dónde está en el mapa?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0080" y="22860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" y="256032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0080" y="25877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¿Qué cuerpo de agua limita Colombia al oeste?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640080" y="30632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57200" y="333756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33649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¿Bogotá está más cerca de la costa o del centro del país? (aproximado)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8404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7200" y="4114800"/>
            <a:ext cx="82296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640080" y="414223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3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Elige un lugar del mapa. Escribe una oración: Los turistas viajaron a… porque… (o por qué quieres ir).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640080" y="461772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 Elige una estación — pretérito para hechos pasados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457200" y="1051560"/>
            <a:ext cx="8229600" cy="73152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51560"/>
            <a:ext cx="73152" cy="7315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51560"/>
            <a:ext cx="7818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rotación: </a:t>
            </a:r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Elige una opción (A–F). Ve a esa estación. Completa solo ese entregable.</a:t>
            </a:r>
            <a:endParaRPr lang="en-US" sz="1400" dirty="0"/>
          </a:p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el pretérito cuando hables de hechos pasados.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210312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2103120"/>
            <a:ext cx="2606040" cy="320040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— Regiones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con hay / es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291840" y="210312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2103120"/>
            <a:ext cx="2606040" cy="32004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7" name="Text 14"/>
          <p:cNvSpPr/>
          <p:nvPr/>
        </p:nvSpPr>
        <p:spPr>
          <a:xfrm>
            <a:off x="338328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— Ciudades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38328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verbos en pretérito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126480" y="210312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126480" y="2103120"/>
            <a:ext cx="2606040" cy="32004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21" name="Text 18"/>
          <p:cNvSpPr/>
          <p:nvPr/>
        </p:nvSpPr>
        <p:spPr>
          <a:xfrm>
            <a:off x="6217920" y="21031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— Café / eje cafetero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17920" y="246888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datos + pretérito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3375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457200" y="3337560"/>
            <a:ext cx="2606040" cy="3200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5" name="Text 22"/>
          <p:cNvSpPr/>
          <p:nvPr/>
        </p:nvSpPr>
        <p:spPr>
          <a:xfrm>
            <a:off x="548640" y="3337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 — Biodiversidad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48640" y="3703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importante cuando…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3291840" y="33375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291840" y="3337560"/>
            <a:ext cx="2606040" cy="32004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29" name="Text 26"/>
          <p:cNvSpPr/>
          <p:nvPr/>
        </p:nvSpPr>
        <p:spPr>
          <a:xfrm>
            <a:off x="3383280" y="3337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— Música / cultura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383280" y="3703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Escuché… / Me gustó…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126480" y="3337560"/>
            <a:ext cx="26060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126480" y="3337560"/>
            <a:ext cx="2606040" cy="32004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33" name="Text 30"/>
          <p:cNvSpPr/>
          <p:nvPr/>
        </p:nvSpPr>
        <p:spPr>
          <a:xfrm>
            <a:off x="6217920" y="333756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— Vida escolar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6217920" y="37033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/ era o pretérito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8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 — Regiones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Completa la tabla con 3 regiones. Usa hay / es en tu oración y explica por qué te interesa.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0175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Oración con hay / 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¿Por qué te interesa?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ej. Caribe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En el Caribe hay playas hermosas y es una región tropical.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6B7280"/>
                          </a:solidFill>
                        </a:rPr>
                        <a:t>Me interesa porque quiero ver Cartagena.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89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A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de una región de Colombia + crédito de fuente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 — Ciudades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E8F4F8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ciudades — qué hicieron los turistas o qué ofrece. Usa al menos 2 verbos en pretérito.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6916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69164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1: _______________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40080" y="21945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hicieron los turistas? / ¿Qué ofrece?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Oraciones con pretérito: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Los turistas visitaron el centro histórico.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169164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691640"/>
            <a:ext cx="3931920" cy="411480"/>
          </a:xfrm>
          <a:prstGeom prst="rect">
            <a:avLst/>
          </a:prstGeom>
          <a:solidFill>
            <a:srgbClr val="1A5276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1691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Ciudad 2: _______________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46320" y="2194560"/>
            <a:ext cx="35661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hicieron los turistas? / ¿Qué ofrece?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52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Oraciones con pretérito: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Vi monumentos impresionantes en la plaza.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527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B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imágenes de tus ciudades + crédito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4C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C — Café / eje cafetero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FF5E6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datos sobre el café colombiano + 1 oración en pretérito: Colombia produjo... / Se cultivó...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783080"/>
            <a:ext cx="73152" cy="50292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830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1: _______________________________________________________________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423160"/>
            <a:ext cx="73152" cy="50292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42316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2: _______________________________________________________________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063240"/>
            <a:ext cx="73152" cy="502920"/>
          </a:xfrm>
          <a:prstGeom prst="rect">
            <a:avLst/>
          </a:prstGeom>
          <a:solidFill>
            <a:srgbClr val="6D4C2A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0632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3: _______________________________________________________________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57200" y="3794760"/>
            <a:ext cx="73152" cy="59436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22" name="Text 19"/>
          <p:cNvSpPr/>
          <p:nvPr/>
        </p:nvSpPr>
        <p:spPr>
          <a:xfrm>
            <a:off x="685800" y="379476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Oración en pretérito: </a:t>
            </a:r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Colombia produjo... / Se cultivó... / Los cafeteros cosecharon...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85800" y="4069080"/>
            <a:ext cx="7818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4C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C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de la zona cafetera + crédito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D — Biodiversidad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animales, 2 plantas + 1 oración en pretérito: Fue importante cuando...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783080"/>
            <a:ext cx="39319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Animales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640080" y="2240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_______________________________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663440" y="1783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1783080"/>
            <a:ext cx="3931920" cy="36576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Text 14"/>
          <p:cNvSpPr/>
          <p:nvPr/>
        </p:nvSpPr>
        <p:spPr>
          <a:xfrm>
            <a:off x="4800600" y="1783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4846320" y="224028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_______________________________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_______________________________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57200" y="3383280"/>
            <a:ext cx="8229600" cy="640080"/>
          </a:xfrm>
          <a:prstGeom prst="rect">
            <a:avLst/>
          </a:prstGeom>
          <a:solidFill>
            <a:srgbClr val="E8F8E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383280"/>
            <a:ext cx="73152" cy="6400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" y="338328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Oración en pretérito: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"Fue importante cuando..." ___________________________________________________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D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imágenes de animales o plantas de Colombia + crédito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E — Música / cultura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5EE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musical + 2 términos en español + 1 oración: Escuché... / Me gustó...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17830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57200" y="1783080"/>
            <a:ext cx="73152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178308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 musical: ____________________________________________ (ej. cumbia, vallenato, salsa, champeta)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57200" y="242316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2423160"/>
            <a:ext cx="73152" cy="50292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6" name="Text 13"/>
          <p:cNvSpPr/>
          <p:nvPr/>
        </p:nvSpPr>
        <p:spPr>
          <a:xfrm>
            <a:off x="685800" y="242316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términos en español: 1. ____________________   2. ____________________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3063240"/>
            <a:ext cx="8229600" cy="640080"/>
          </a:xfrm>
          <a:prstGeom prst="rect">
            <a:avLst/>
          </a:prstGeom>
          <a:solidFill>
            <a:srgbClr val="F5EEFA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57200" y="3063240"/>
            <a:ext cx="73152" cy="6400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19" name="Text 16"/>
          <p:cNvSpPr/>
          <p:nvPr/>
        </p:nvSpPr>
        <p:spPr>
          <a:xfrm>
            <a:off x="685800" y="306324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Oración en pretérito: 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"Escuché..." / "Me gustó..." ___________________________________________________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8E44A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E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o video de la música / cultura + crédito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E11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F — Vida escolar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FF0F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10" name="Text 7"/>
          <p:cNvSpPr/>
          <p:nvPr/>
        </p:nvSpPr>
        <p:spPr>
          <a:xfrm>
            <a:off x="685800" y="1005840"/>
            <a:ext cx="7818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Colombia vs. mi escuela (3 ideas) + 1 comparación con es / era o pretérito.</a:t>
            </a:r>
            <a:endParaRPr lang="en-US" sz="13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Colombia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112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mi escuela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89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DC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solidFill>
            <a:srgbClr val="FFF8DC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57200" y="3611880"/>
            <a:ext cx="73152" cy="640080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14" name="Text 10"/>
          <p:cNvSpPr/>
          <p:nvPr/>
        </p:nvSpPr>
        <p:spPr>
          <a:xfrm>
            <a:off x="685800" y="3611880"/>
            <a:ext cx="7818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(usa es / era o pretérito si hablas del pasado):</a:t>
            </a:r>
            <a:endParaRPr lang="en-US" sz="1200" dirty="0"/>
          </a:p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ej. En Colombia los estudiantes usaron uniformes, pero en mi escuela no usamos uniformes.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CE112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716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Opción F — Imagen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BDC3C7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097280"/>
            <a:ext cx="78638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una imagen de una escuela colombiana + crédito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822960" y="438912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Crédito de imagen: ________________________________________________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83480"/>
            <a:ext cx="3044952" cy="73152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3" name="Shape 1"/>
          <p:cNvSpPr/>
          <p:nvPr/>
        </p:nvSpPr>
        <p:spPr>
          <a:xfrm>
            <a:off x="3044952" y="4983480"/>
            <a:ext cx="3054096" cy="73152"/>
          </a:xfrm>
          <a:prstGeom prst="rect">
            <a:avLst/>
          </a:prstGeom>
          <a:solidFill>
            <a:srgbClr val="FCD116"/>
          </a:solidFill>
          <a:ln/>
        </p:spPr>
      </p:sp>
      <p:sp>
        <p:nvSpPr>
          <p:cNvPr id="4" name="Shape 2"/>
          <p:cNvSpPr/>
          <p:nvPr/>
        </p:nvSpPr>
        <p:spPr>
          <a:xfrm>
            <a:off x="6099048" y="4983480"/>
            <a:ext cx="3044952" cy="73152"/>
          </a:xfrm>
          <a:prstGeom prst="rect">
            <a:avLst/>
          </a:prstGeom>
          <a:solidFill>
            <a:srgbClr val="CE1126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038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 L — Lo que aprendí + Salida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822960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3893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51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8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 — Lo que aprendí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192024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240280"/>
            <a:ext cx="7680960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3063240"/>
            <a:ext cx="822960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8E44A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44A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Salida — Dos oraciones en español (pretérito si puedes)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_____________________________________________________________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_____________________________________________________________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Conoce a Colombia — Spanish 2 Day 1</dc:title>
  <dc:subject>PptxGenJS Presentation</dc:subject>
  <dc:creator>Señor Metz</dc:creator>
  <cp:lastModifiedBy>Señor Metz</cp:lastModifiedBy>
  <cp:revision>1</cp:revision>
  <dcterms:created xsi:type="dcterms:W3CDTF">2026-03-23T01:01:29Z</dcterms:created>
  <dcterms:modified xsi:type="dcterms:W3CDTF">2026-03-23T01:01:29Z</dcterms:modified>
</cp:coreProperties>
</file>